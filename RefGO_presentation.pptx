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798aa486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798aa486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0a880e2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0a880e2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798aa48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798aa48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798aa486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798aa486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798aa486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798aa486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798aa486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798aa486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798aa486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798aa486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798aa486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798aa486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798aa486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798aa486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798aa486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798aa486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Digital Twin of Refrigerator Cooling Circuit Design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8225" y="636600"/>
            <a:ext cx="6327552" cy="437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93525" y="1305125"/>
            <a:ext cx="3018900" cy="162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Condition</a:t>
            </a:r>
            <a:endParaRPr b="1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Condenser Temperature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Evaporator Temperature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Temperature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Refrigerator Dimension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Compressor Type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3676688" y="1538975"/>
            <a:ext cx="2144700" cy="115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RefGO Agent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6385675" y="1305125"/>
            <a:ext cx="2246400" cy="162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Resultant</a:t>
            </a:r>
            <a:endParaRPr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Condenser Length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Capillary Tube/Expansion Valve Length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Evaporator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Length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7" name="Google Shape;67;p15"/>
          <p:cNvCxnSpPr>
            <a:stCxn id="64" idx="3"/>
            <a:endCxn id="65" idx="1"/>
          </p:cNvCxnSpPr>
          <p:nvPr/>
        </p:nvCxnSpPr>
        <p:spPr>
          <a:xfrm>
            <a:off x="3112425" y="2118425"/>
            <a:ext cx="56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5"/>
          <p:cNvCxnSpPr>
            <a:stCxn id="65" idx="3"/>
            <a:endCxn id="66" idx="1"/>
          </p:cNvCxnSpPr>
          <p:nvPr/>
        </p:nvCxnSpPr>
        <p:spPr>
          <a:xfrm>
            <a:off x="5821388" y="2118425"/>
            <a:ext cx="56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" name="Google Shape;69;p15"/>
          <p:cNvSpPr txBox="1"/>
          <p:nvPr/>
        </p:nvSpPr>
        <p:spPr>
          <a:xfrm>
            <a:off x="154525" y="329325"/>
            <a:ext cx="585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Compressor Modeling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 rotWithShape="1">
          <a:blip r:embed="rId3">
            <a:alphaModFix/>
          </a:blip>
          <a:srcRect b="39191" l="0" r="0" t="0"/>
          <a:stretch/>
        </p:blipFill>
        <p:spPr>
          <a:xfrm>
            <a:off x="1394588" y="1484950"/>
            <a:ext cx="6354826" cy="217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Compressor Modeling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125" y="1134150"/>
            <a:ext cx="6067324" cy="367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8875" y="635000"/>
            <a:ext cx="1665925" cy="430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Condenser Modeling</a:t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924" y="1125325"/>
            <a:ext cx="4122947" cy="3820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6800" y="1017725"/>
            <a:ext cx="268147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Capillary Tube Modeling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1850" y="1084050"/>
            <a:ext cx="1801397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750" y="1017725"/>
            <a:ext cx="3670200" cy="2216850"/>
          </a:xfrm>
          <a:prstGeom prst="rect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0850" y="3611350"/>
            <a:ext cx="4572000" cy="1293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Evaporator Modeling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763" y="1159375"/>
            <a:ext cx="4136023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9986" y="1434188"/>
            <a:ext cx="3985415" cy="2275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Skin Type Heat Exchanger Modeling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2700" y="1191650"/>
            <a:ext cx="4118610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</a:t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 rotWithShape="1">
          <a:blip r:embed="rId3">
            <a:alphaModFix/>
          </a:blip>
          <a:srcRect b="8240" l="0" r="0" t="0"/>
          <a:stretch/>
        </p:blipFill>
        <p:spPr>
          <a:xfrm>
            <a:off x="3100775" y="972275"/>
            <a:ext cx="3900335" cy="407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Interface</a:t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1775" y="1017725"/>
            <a:ext cx="5122376" cy="412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